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FaceValue: concert tickets that stay at face value, where every fan is verified but nobody learns who they are. Built on Midnight.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law now forces identity checks; the industry answers with ID and face scans, which creates exactly the data that privacy law punishes.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anti-scalping system needs identity. FaceValue gets the identity guarantee without holding identity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Regulators can audit compliance of a whole show without a single name. That is compliance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7B61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FF4D8D">
              <a:alpha val="25000"/>
            </a:srgbClr>
          </a:solidFill>
          <a:ln/>
        </p:spPr>
      </p:sp>
      <p:pic>
        <p:nvPicPr>
          <p:cNvPr id="4" name="Image 0" descr="C:/Users/DELL/facevalue/docs/brand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731520" y="10058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FaceValue </a:t>
            </a:r>
            <a:pPr indent="0" marL="0">
              <a:buNone/>
            </a:pPr>
            <a:r>
              <a:rPr lang="en-US" sz="54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정가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at face value.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without showing your face.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Anti-scalping concert tickets on Midnight. Every fan verified, nobody learns who.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tryfacevalue.xyz  ·  github.com/Datwebguy/facevalue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ELL/facevalue/docs/brand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Scalping is out of control, and the fix so far is surveillance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2331720"/>
            <a:ext cx="3474720" cy="1920240"/>
          </a:xfrm>
          <a:prstGeom prst="roundRect">
            <a:avLst>
              <a:gd name="adj" fmla="val 8571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seats: ₩264,000 face value listed at ₩10,370,000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0" y="2331720"/>
            <a:ext cx="3474720" cy="1920240"/>
          </a:xfrm>
          <a:prstGeom prst="roundRect">
            <a:avLst>
              <a:gd name="adj" fmla="val 8571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1,868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scalping posts flagged by the Ministry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38160" y="2331720"/>
            <a:ext cx="3474720" cy="1920240"/>
          </a:xfrm>
          <a:prstGeom prst="roundRect">
            <a:avLst>
              <a:gd name="adj" fmla="val 8571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Aug 2026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law: platforms must verify every buyer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526280"/>
            <a:ext cx="10972800" cy="1600200"/>
          </a:xfrm>
          <a:prstGeom prst="roundRect">
            <a:avLst>
              <a:gd name="adj" fmla="val 10286"/>
            </a:avLst>
          </a:prstGeom>
          <a:solidFill>
            <a:srgbClr val="1B0F2E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47091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answers collect more personal data: </a:t>
            </a:r>
            <a:pPr indent="0" marL="0">
              <a:buNone/>
            </a:pPr>
            <a:r>
              <a:rPr lang="en-US" sz="16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checks at the gate, HYBE’s Face Pass facial recognition, iris scans. The same year Coupang was fined ₩624.7 billion for a data breach, and the amended privacy law made executives accountable.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ELL/facevalue/docs/brand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Scalping is a transfer problem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strong fix is binding each ticket to one real person. Done naively, that is a database of who went to which concert. Done with zero knowledge, nobody learns anything.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589520" y="2011680"/>
            <a:ext cx="4023360" cy="914400"/>
          </a:xfrm>
          <a:prstGeom prst="roundRect">
            <a:avLst>
              <a:gd name="adj" fmla="val 180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name ID check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IDs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89520" y="3108960"/>
            <a:ext cx="4023360" cy="914400"/>
          </a:xfrm>
          <a:prstGeom prst="roundRect">
            <a:avLst>
              <a:gd name="adj" fmla="val 180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recognition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faces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89520" y="4206240"/>
            <a:ext cx="4023360" cy="914400"/>
          </a:xfrm>
          <a:prstGeom prst="roundRect">
            <a:avLst>
              <a:gd name="adj" fmla="val 180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FaceValue on Midnight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4681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5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nothing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ELL/facevalue/docs/brand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from sofa to stage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25400">
            <a:solidFill>
              <a:srgbClr val="3A3F74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822960" y="2377440"/>
            <a:ext cx="731520" cy="731520"/>
          </a:xfrm>
          <a:prstGeom prst="ellipse">
            <a:avLst/>
          </a:prstGeom>
          <a:solidFill>
            <a:srgbClr val="07081A"/>
          </a:solidFill>
          <a:ln w="31750">
            <a:solidFill>
              <a:srgbClr val="FF4D8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once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931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you are one real person. Only a scrambled code goes on chain.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11880" y="2377440"/>
            <a:ext cx="731520" cy="731520"/>
          </a:xfrm>
          <a:prstGeom prst="ellipse">
            <a:avLst/>
          </a:prstGeom>
          <a:solidFill>
            <a:srgbClr val="07081A"/>
          </a:solidFill>
          <a:ln w="31750">
            <a:solidFill>
              <a:srgbClr val="FF4D8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draw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3931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entry per person. The draw seed is sealed before entries open.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2377440"/>
            <a:ext cx="731520" cy="731520"/>
          </a:xfrm>
          <a:prstGeom prst="ellipse">
            <a:avLst/>
          </a:prstGeom>
          <a:solidFill>
            <a:srgbClr val="07081A"/>
          </a:solidFill>
          <a:ln w="31750">
            <a:solidFill>
              <a:srgbClr val="FF4D8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face value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3931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price in shielded tokens. Can’t go? Full refund, seat goes back to the pool.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89720" y="2377440"/>
            <a:ext cx="731520" cy="731520"/>
          </a:xfrm>
          <a:prstGeom prst="ellipse">
            <a:avLst/>
          </a:prstGeom>
          <a:solidFill>
            <a:srgbClr val="07081A"/>
          </a:solidFill>
          <a:ln w="31750">
            <a:solidFill>
              <a:srgbClr val="FF4D8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897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00684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9006840" y="3931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from home. The phone shows a code that changes every 30 seconds.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transfer button. The only way out of a ticket is a face value refund.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ELL/facevalue/docs/brand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PRIVACY, MADE VISIBLE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chain shows, and what it never can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5394960" cy="4206240"/>
          </a:xfrm>
          <a:prstGeom prst="roundRect">
            <a:avLst>
              <a:gd name="adj" fmla="val 3913"/>
            </a:avLst>
          </a:prstGeom>
          <a:solidFill>
            <a:srgbClr val="0F2A33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2194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check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8803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seats and entries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sold, returned, used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draw was fair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nobody paid over face value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each fan stayed under the cap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2011680"/>
            <a:ext cx="5394960" cy="4206240"/>
          </a:xfrm>
          <a:prstGeom prst="roundRect">
            <a:avLst>
              <a:gd name="adj" fmla="val 3913"/>
            </a:avLst>
          </a:prstGeom>
          <a:solidFill>
            <a:srgbClr val="2A1030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2194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can see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8803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entered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holds which ticket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returned one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you are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ELL/facevalue/docs/brand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MIDNIGHT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Compact circuits do the enforcing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3520440" cy="1874520"/>
          </a:xfrm>
          <a:prstGeom prst="roundRect">
            <a:avLst>
              <a:gd name="adj" fmla="val 878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fan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97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 membership proof. The registry entry used stays private.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2011680"/>
            <a:ext cx="3520440" cy="1874520"/>
          </a:xfrm>
          <a:prstGeom prst="roundRect">
            <a:avLst>
              <a:gd name="adj" fmla="val 878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entry each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697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tag per fan per show blocks double entries.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38160" y="2011680"/>
            <a:ext cx="3520440" cy="1874520"/>
          </a:xfrm>
          <a:prstGeom prst="roundRect">
            <a:avLst>
              <a:gd name="adj" fmla="val 878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draw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2697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seed + every entrant’s randomness + drand beacon. Division checked in circuit.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114800"/>
            <a:ext cx="3520440" cy="1874520"/>
          </a:xfrm>
          <a:prstGeom prst="roundRect">
            <a:avLst>
              <a:gd name="adj" fmla="val 878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cap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nullifiers. Nobody can hold more than the cap, the slot number stays private.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89120" y="4114800"/>
            <a:ext cx="3520440" cy="1874520"/>
          </a:xfrm>
          <a:prstGeom prst="roundRect">
            <a:avLst>
              <a:gd name="adj" fmla="val 878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value only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 tKRW paid into a contract treasury. Refunds with sendShielded.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38160" y="4114800"/>
            <a:ext cx="3520440" cy="1874520"/>
          </a:xfrm>
          <a:prstGeom prst="roundRect">
            <a:avLst>
              <a:gd name="adj" fmla="val 878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 proof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organizer never reveals, anyone can run the draw after the deadline.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ELL/facevalue/docs/brand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TRIED AND BLOCKED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scalping trick fails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72800" cy="548640"/>
          </a:xfrm>
          <a:prstGeom prst="roundRect">
            <a:avLst>
              <a:gd name="adj" fmla="val 300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057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57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the ticket off chain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057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seller can always claw it back with a refund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715768"/>
            <a:ext cx="10972800" cy="548640"/>
          </a:xfrm>
          <a:prstGeom prst="roundRect">
            <a:avLst>
              <a:gd name="adj" fmla="val 300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71576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7157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army enters the draw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27157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verified registry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3374136"/>
            <a:ext cx="10972800" cy="548640"/>
          </a:xfrm>
          <a:prstGeom prst="roundRect">
            <a:avLst>
              <a:gd name="adj" fmla="val 300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37413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33741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twice, buy past the cap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337413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Nullifiers refuse the second try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032504"/>
            <a:ext cx="10972800" cy="548640"/>
          </a:xfrm>
          <a:prstGeom prst="roundRect">
            <a:avLst>
              <a:gd name="adj" fmla="val 300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03250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40325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rigs the draw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40325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does not match its sealed commitment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690872"/>
            <a:ext cx="10972800" cy="548640"/>
          </a:xfrm>
          <a:prstGeom prst="roundRect">
            <a:avLst>
              <a:gd name="adj" fmla="val 300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69087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46908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above face value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46908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exactly face value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349240"/>
            <a:ext cx="10972800" cy="548640"/>
          </a:xfrm>
          <a:prstGeom prst="roundRect">
            <a:avLst>
              <a:gd name="adj" fmla="val 300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5349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5349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ticket twice at the door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035040" y="5349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used; screenshots expire in 30 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D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attack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ELL/facevalue/docs/brand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proofs, real transactions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474720" cy="2194560"/>
          </a:xfrm>
          <a:prstGeom prst="roundRect">
            <a:avLst>
              <a:gd name="adj" fmla="val 75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ZK transactions: full lifecycle on a Midnight Local Devnet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0" y="2103120"/>
            <a:ext cx="3474720" cy="2194560"/>
          </a:xfrm>
          <a:prstGeom prst="roundRect">
            <a:avLst>
              <a:gd name="adj" fmla="val 75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plus attack scripts, run on every push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38160" y="2103120"/>
            <a:ext cx="3474720" cy="2194560"/>
          </a:xfrm>
          <a:prstGeom prst="roundRect">
            <a:avLst>
              <a:gd name="adj" fmla="val 7500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needed for “Try it now” in any browser, phone included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site  </a:t>
            </a:r>
            <a:pPr indent="0" marL="0">
              <a:buNone/>
            </a:pPr>
            <a:r>
              <a:rPr lang="en-US" sz="1800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tryfacevalue.xyz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 </a:t>
            </a:r>
            <a:pPr indent="0" marL="0">
              <a:buNone/>
            </a:pPr>
            <a:r>
              <a:rPr lang="en-US" sz="1800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github.com/Datwebguy/facevalue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ELL/facevalue/docs/brand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show to every show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474720" cy="2926080"/>
          </a:xfrm>
          <a:prstGeom prst="roundRect">
            <a:avLst>
              <a:gd name="adj" fmla="val 5625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for fans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718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sponsors the fees, proofs made on the phone, card or KRW stablecoin checkout.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9120" y="2103120"/>
            <a:ext cx="3474720" cy="2926080"/>
          </a:xfrm>
          <a:prstGeom prst="roundRect">
            <a:avLst>
              <a:gd name="adj" fmla="val 5625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identity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9718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or mobile ID check once (Self, Korean mobile ID), reused silently for every show.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138160" y="2103120"/>
            <a:ext cx="3474720" cy="2926080"/>
          </a:xfrm>
          <a:prstGeom prst="roundRect">
            <a:avLst>
              <a:gd name="adj" fmla="val 5625"/>
            </a:avLst>
          </a:prstGeom>
          <a:solidFill>
            <a:srgbClr val="14163A"/>
          </a:solidFill>
          <a:ln w="9525">
            <a:solidFill>
              <a:srgbClr val="262B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29718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platforms and agencies facing the new law. Per ticket fee, no biometric liability.</a:t>
            </a:r>
            <a:endParaRPr lang="en-US" sz="1500" dirty="0"/>
          </a:p>
        </p:txBody>
      </p:sp>
      <p:pic>
        <p:nvPicPr>
          <p:cNvPr id="14" name="Image 1" descr="C:/Users/DELL/facevalue/docs/brand/icon-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640080" y="54864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5532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FaceValue </a:t>
            </a:r>
            <a:pPr indent="0" marL="0">
              <a:buNone/>
            </a:pPr>
            <a:r>
              <a:rPr lang="en-US" sz="26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정가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5577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7A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tickets, private fans.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FaceValue 정가</dc:title>
  <dc:subject>PptxGenJS Presentation</dc:subject>
  <dc:creator>PptxGenJS</dc:creator>
  <cp:lastModifiedBy>PptxGenJS</cp:lastModifiedBy>
  <cp:revision>1</cp:revision>
  <dcterms:created xsi:type="dcterms:W3CDTF">2026-09-27T09:33:57Z</dcterms:created>
  <dcterms:modified xsi:type="dcterms:W3CDTF">2026-09-27T09:33:57Z</dcterms:modified>
</cp:coreProperties>
</file>